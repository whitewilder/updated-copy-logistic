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Streamlining Model Support Reporting with Python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Efficient Query Analysis, SLA Monitoring, and Historical Data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Streamline data retrieval and reporting to save 5%-10% daily effort and improve analysis.</a:t>
            </a:r>
          </a:p>
          <a:p/>
          <a:p>
            <a:r>
              <a:t>Key Focus Areas:</a:t>
            </a:r>
          </a:p>
          <a:p>
            <a:r>
              <a:t>- Extract data dynamically (last 1 day to 4 years).</a:t>
            </a:r>
          </a:p>
          <a:p>
            <a:r>
              <a:t>- Enable better classification, SLA tracking, and YoY query comparisons.</a:t>
            </a:r>
          </a:p>
          <a:p>
            <a:r>
              <a:t>- Automate 30%-40% responses (subject to infrastructure).</a:t>
            </a:r>
          </a:p>
          <a:p/>
          <a:p>
            <a:r>
              <a:t>Current Challenges:</a:t>
            </a:r>
          </a:p>
          <a:p>
            <a:r>
              <a:t>- Limited access to raw data from Q-Track.</a:t>
            </a:r>
          </a:p>
          <a:p>
            <a:r>
              <a:t>- Manual CSV extraction and summarization.</a:t>
            </a:r>
          </a:p>
          <a:p>
            <a:r>
              <a:t>- Lack of email body analysis impacting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it Works:</a:t>
            </a:r>
          </a:p>
          <a:p>
            <a:r>
              <a:t>1. Query Classification: Based on subject line and response patterns.</a:t>
            </a:r>
          </a:p>
          <a:p>
            <a:r>
              <a:t>2. SLA Tracking: Time difference between query received and response sent.</a:t>
            </a:r>
          </a:p>
          <a:p>
            <a:r>
              <a:t>3. Asset Class Categorization: Prioritize classifications using keywords like GLCS, Bank, etc.</a:t>
            </a:r>
          </a:p>
          <a:p>
            <a:r>
              <a:t>4. Historical Data Extraction: One-click download of mail data with attachments.</a:t>
            </a:r>
          </a:p>
          <a:p>
            <a:r>
              <a:t>5. Office Location Analysis: Based on HR directory, not signatures.</a:t>
            </a:r>
          </a:p>
          <a:p/>
          <a:p>
            <a:r>
              <a:t>Flexibility:</a:t>
            </a:r>
          </a:p>
          <a:p>
            <a:r>
              <a:t>- Export supporting files (e.g., reports, PPTs, etc.).</a:t>
            </a:r>
          </a:p>
          <a:p>
            <a:r>
              <a:t>- Integrate with GenAI for response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Benefits:</a:t>
            </a:r>
          </a:p>
          <a:p>
            <a:r>
              <a:t>- Improved tracking of queries across regions and categories.</a:t>
            </a:r>
          </a:p>
          <a:p>
            <a:r>
              <a:t>- Significant time savings and better query insights.</a:t>
            </a:r>
          </a:p>
          <a:p>
            <a:r>
              <a:t>- Month-on-month and YoY comparison of queries.</a:t>
            </a:r>
          </a:p>
          <a:p>
            <a:r>
              <a:t>- Automated responses reduce manual effort.</a:t>
            </a:r>
          </a:p>
          <a:p/>
          <a:p>
            <a:r>
              <a:t>Shortcomings:</a:t>
            </a:r>
          </a:p>
          <a:p>
            <a:r>
              <a:t>- Monthly reports may be misclassified as open queries.</a:t>
            </a:r>
          </a:p>
          <a:p>
            <a:r>
              <a:t>- Filtering logic could lead to underestimation of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